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08522"/>
            <a:ext cx="8686800" cy="2007169"/>
          </a:xfrm>
        </p:spPr>
        <p:txBody>
          <a:bodyPr/>
          <a:lstStyle/>
          <a:p>
            <a:r>
              <a:rPr dirty="0"/>
              <a:t>Iris Flower Classification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207"/>
            <a:ext cx="8229600" cy="3441686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sz="2800" dirty="0"/>
              <a:t>Student Name</a:t>
            </a:r>
            <a:r>
              <a:rPr lang="en-US" sz="2800" dirty="0"/>
              <a:t>s</a:t>
            </a:r>
            <a:r>
              <a:rPr dirty="0"/>
              <a:t>:</a:t>
            </a:r>
            <a:r>
              <a:rPr lang="en-US" dirty="0"/>
              <a:t> </a:t>
            </a:r>
            <a:r>
              <a:rPr lang="en-US" sz="2400" dirty="0"/>
              <a:t>Bhushan Patil - D 07   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Roshani </a:t>
            </a:r>
            <a:r>
              <a:rPr lang="en-US" sz="2400" dirty="0" err="1"/>
              <a:t>Ambavakar</a:t>
            </a:r>
            <a:r>
              <a:rPr lang="en-US" sz="2400" dirty="0"/>
              <a:t> – D 53</a:t>
            </a:r>
            <a:endParaRPr sz="2400" dirty="0"/>
          </a:p>
          <a:p>
            <a:r>
              <a:rPr sz="2800" dirty="0"/>
              <a:t>Subject</a:t>
            </a:r>
            <a:r>
              <a:rPr dirty="0"/>
              <a:t>: </a:t>
            </a:r>
            <a:r>
              <a:rPr sz="2400" dirty="0"/>
              <a:t>Machine Learning</a:t>
            </a:r>
          </a:p>
          <a:p>
            <a:r>
              <a:rPr sz="2800" dirty="0"/>
              <a:t>College</a:t>
            </a:r>
            <a:r>
              <a:rPr lang="en-US" sz="2800" dirty="0"/>
              <a:t> Name </a:t>
            </a:r>
            <a:r>
              <a:rPr lang="en-US" dirty="0"/>
              <a:t>: </a:t>
            </a:r>
            <a:r>
              <a:rPr lang="en-US" sz="2400" dirty="0"/>
              <a:t>Pimpri </a:t>
            </a:r>
            <a:r>
              <a:rPr lang="en-US" sz="2400" dirty="0" err="1"/>
              <a:t>chinchwad</a:t>
            </a:r>
            <a:r>
              <a:rPr lang="en-US" sz="2400" dirty="0"/>
              <a:t> University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enables computers to learn from data.</a:t>
            </a:r>
          </a:p>
          <a:p>
            <a:r>
              <a:t>Classification predicts category labels.</a:t>
            </a:r>
          </a:p>
          <a:p>
            <a:r>
              <a:t>Iris dataset is a beginner-friendly ML dataset.</a:t>
            </a:r>
          </a:p>
          <a:p>
            <a:r>
              <a:t>Goal: Predict flower species using measurements.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Classify Iris flowers into species.</a:t>
            </a:r>
          </a:p>
          <a:p>
            <a:r>
              <a:t>Input: Sepal length, Sepal width, Petal length, Petal width.</a:t>
            </a:r>
          </a:p>
          <a:p>
            <a:r>
              <a:t>Output: Flower species prediction.</a:t>
            </a:r>
          </a:p>
          <a:p>
            <a:r>
              <a:t>Model learns patterns from training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Name: Iris Dataset</a:t>
            </a:r>
          </a:p>
          <a:p>
            <a:r>
              <a:t>Total Samples: 150</a:t>
            </a:r>
          </a:p>
          <a:p>
            <a:r>
              <a:t>Features: 4 numeric attributes</a:t>
            </a:r>
          </a:p>
          <a:p>
            <a:r>
              <a:t>Classes: Setosa, Versicolor, Virginica</a:t>
            </a:r>
          </a:p>
          <a:p>
            <a:r>
              <a:t>Balanced dataset used for ML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Sepal Length (cm)</a:t>
            </a:r>
          </a:p>
          <a:p>
            <a:r>
              <a:t>Sepal Width (cm)</a:t>
            </a:r>
          </a:p>
          <a:p>
            <a:r>
              <a:t>Petal Length (cm)</a:t>
            </a:r>
          </a:p>
          <a:p>
            <a:r>
              <a:t>Petal Width (cm)</a:t>
            </a:r>
          </a:p>
          <a:p>
            <a:r>
              <a:t>These measurements help distinguish species.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Data Preprocessing</a:t>
            </a:r>
          </a:p>
          <a:p>
            <a:r>
              <a:t>3. Train-Test Split</a:t>
            </a:r>
          </a:p>
          <a:p>
            <a:r>
              <a:t>4. Model Training</a:t>
            </a:r>
          </a:p>
          <a:p>
            <a:r>
              <a:t>5. Prediction</a:t>
            </a:r>
          </a:p>
          <a:p>
            <a:r>
              <a:t>6. Model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>
            <a:r>
              <a:t>Libraries: NumPy, Pandas, Scikit-learn, Matplotlib</a:t>
            </a:r>
          </a:p>
          <a:p>
            <a:r>
              <a:t>Environment: Jupyter Notebook / VS Code</a:t>
            </a:r>
          </a:p>
          <a:p>
            <a:r>
              <a:t>ML Algorithm: K-Nearest Neighbors (KNN)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 using sklearn.</a:t>
            </a:r>
          </a:p>
          <a:p>
            <a:r>
              <a:t>Check missing values.</a:t>
            </a:r>
          </a:p>
          <a:p>
            <a:r>
              <a:t>Separate features and labels.</a:t>
            </a:r>
          </a:p>
          <a:p>
            <a:r>
              <a:t>Split dataset into training and testing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 -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KNN = K-Nearest Neighbors Algorithm.</a:t>
            </a:r>
          </a:p>
          <a:p>
            <a:r>
              <a:t>Classifies data based on nearest samples.</a:t>
            </a:r>
          </a:p>
          <a:p>
            <a:r>
              <a:t>Simple and effective algorithm.</a:t>
            </a:r>
          </a:p>
          <a:p>
            <a:r>
              <a:t>Works well for small datasets like Iris.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model using training dataset.</a:t>
            </a:r>
          </a:p>
          <a:p>
            <a:r>
              <a:t>Model learns relationships between features and labels.</a:t>
            </a:r>
          </a:p>
          <a:p>
            <a:r>
              <a:t>Fit model using .fit() function.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trained model to predict test data.</a:t>
            </a:r>
          </a:p>
          <a:p>
            <a:r>
              <a:t>Predict new flower species using measurements.</a:t>
            </a:r>
          </a:p>
          <a:p>
            <a:r>
              <a:t>Output is predicted class label.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Score measures performance.</a:t>
            </a:r>
          </a:p>
          <a:p>
            <a:r>
              <a:t>Confusion Matrix analyzes predictions.</a:t>
            </a:r>
          </a:p>
          <a:p>
            <a:r>
              <a:t>Higher accuracy indicates better model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achieved high accuracy (~95%+).</a:t>
            </a:r>
          </a:p>
          <a:p>
            <a:r>
              <a:t>Clear separation between species.</a:t>
            </a:r>
          </a:p>
          <a:p>
            <a:r>
              <a:t>KNN performs efficiently for classification tasks.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understand and implement.</a:t>
            </a:r>
          </a:p>
          <a:p>
            <a:r>
              <a:t>No complex training phase.</a:t>
            </a:r>
          </a:p>
          <a:p>
            <a:r>
              <a:t>Good performance on small datasets.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Slow for large datasets.</a:t>
            </a:r>
          </a:p>
          <a:p>
            <a:r>
              <a:t>Sensitive to irrelevant features.</a:t>
            </a:r>
          </a:p>
          <a:p>
            <a:r>
              <a:t>Requires proper value of 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 species classification.</a:t>
            </a:r>
          </a:p>
          <a:p>
            <a:r>
              <a:t>Medical diagnosis prediction.</a:t>
            </a:r>
          </a:p>
          <a:p>
            <a:r>
              <a:t>Pattern recognition systems.</a:t>
            </a:r>
          </a:p>
          <a:p>
            <a:r>
              <a:t>Image classification 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helps automate predictions.</a:t>
            </a:r>
          </a:p>
          <a:p>
            <a:r>
              <a:t>Iris project demonstrates classification concept.</a:t>
            </a:r>
          </a:p>
          <a:p>
            <a:r>
              <a:t>KNN provides accurate results.</a:t>
            </a:r>
          </a:p>
          <a:p>
            <a:r>
              <a:t>Foundation for advanced ML projects.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different algorithms like SVM, Decision Tree.</a:t>
            </a:r>
          </a:p>
          <a:p>
            <a:r>
              <a:t>Deploy model as web application.</a:t>
            </a:r>
          </a:p>
          <a:p>
            <a:r>
              <a:t>Use real-time datasets.</a:t>
            </a:r>
          </a:p>
          <a:p>
            <a:r>
              <a:t>Improve accuracy using tuning techniques.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  <a:p>
            <a: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462</Words>
  <Application>Microsoft Office PowerPoint</Application>
  <PresentationFormat>On-screen Show (4:3)</PresentationFormat>
  <Paragraphs>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Iris Flower Classification Project</vt:lpstr>
      <vt:lpstr>Introduction</vt:lpstr>
      <vt:lpstr>Problem Statement</vt:lpstr>
      <vt:lpstr>Dataset Overview</vt:lpstr>
      <vt:lpstr>Features Description</vt:lpstr>
      <vt:lpstr>Machine Learning Workflow</vt:lpstr>
      <vt:lpstr>Tools and Technologies</vt:lpstr>
      <vt:lpstr>Data Preprocessing</vt:lpstr>
      <vt:lpstr>Model Used - KNN</vt:lpstr>
      <vt:lpstr>Model Training</vt:lpstr>
      <vt:lpstr>Prediction</vt:lpstr>
      <vt:lpstr>Model Evaluation</vt:lpstr>
      <vt:lpstr>Results</vt:lpstr>
      <vt:lpstr>Advantages</vt:lpstr>
      <vt:lpstr>Limitations</vt:lpstr>
      <vt:lpstr>Applications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ROSHANI</dc:creator>
  <cp:keywords/>
  <dc:description>generated using python-pptx</dc:description>
  <cp:lastModifiedBy>ambavkarroshani@gmail.com</cp:lastModifiedBy>
  <cp:revision>2</cp:revision>
  <dcterms:created xsi:type="dcterms:W3CDTF">2013-01-27T09:14:16Z</dcterms:created>
  <dcterms:modified xsi:type="dcterms:W3CDTF">2026-04-08T17:24:11Z</dcterms:modified>
  <cp:category/>
</cp:coreProperties>
</file>